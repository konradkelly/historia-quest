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522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TypeScript with React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Learning TypeScript from a real app: Historia Quest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Goal: understand TypeScript basics by reading code you already know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Audience: React + JavaScript developers who are new to TypeScript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Approach: concept, app example, and why it helps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Outcome: you can write typed props, state, events, and helpers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577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3D2DC"/>
                </a:solidFill>
              </a:rPr>
              <a:t>Class Deck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Why TypeScript in React?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Same React patterns, better feedback from your editor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Catches mistakes before runtime (wrong prop names, wrong value types)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Autocompletes data fields from interfaces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Makes refactoring safer in larger components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Documents your component API without extra docs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Type 1: Union Types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Limit a value to specific allowed strings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0A0F1F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515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export type Category = "Scientist" | "Leader" | "Artist" | "Philosopher";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type FilterValue = Category | "All";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532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From src/types.ts and src/App.tsx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Only known categories are valid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Prevents typo bugs like "Scienstist" in filters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Type 2: Interfaces for Data Shapes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Describe what every object must contain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0A0F1F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515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export interface HistoricalFigure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id: number;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name: string;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category: Category;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birthYear: number;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deathYear: number | null;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nationality: string;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knownFor: string;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emoji: string;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deathYear can be number or null (a union)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TypeScript enforces this shape in data.ts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Typed Arrays and Compile-Time Checks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Your data file is validated against the interface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0A0F1F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515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import type { HistoricalFigure } from "./types";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export const figures: HistoricalFigure[] = [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{ id: 1, name: "Marie Curie", category: "Scientist", ...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{ id: 2, name: "Isaac Newton", category: "Scientist", ...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];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3492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If one object misses a required field, build fails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If category is not in Category union, build fails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Great for preventing bad seed data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Typed React State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Use generic type parameters with useState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0A0F1F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515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const [activeCategory, setActiveCategory] = useState&lt;FilterValue&gt;("All");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const [selectedId, setSelectedId] = useState&lt;number | null&gt;(null);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const [searchQuery, setSearchQuery] = useState&lt;string&gt;("");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selectedId is either a number or null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setSelectedId("hello") becomes a type error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State type makes downstream logic safer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Typed Event Handlers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Know exactly what event target you have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0A0F1F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515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const handleSearch = (e: React.ChangeEvent&lt;HTMLInputElement&gt;) =&gt;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setSearchQuery(e.target.value);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From src/App.tsx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Type tells TS this handler comes from an input element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Prevents invalid property access on e.target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Typed Props in Components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Components become self-documenting APIs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0A0F1F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515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interface FilterBarProps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active: FilterValue;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onChange: (filter: FilterValue) =&gt; void;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export const FilterBar = ({ active, onChange }: FilterBarProps) =&gt; { ... };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440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Caller must pass exact prop names and value types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onChange can only receive valid filter values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Component Props: ProfileCard Example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Function signatures also enforce callback types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0A0F1F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515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interface ProfileCardProps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figure: HistoricalFigure;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isSelected: boolean;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onClick: (id: number) =&gt; void;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onKeyDown={(e) =&gt; e.key === "Enter" &amp;&amp; onClick(figure.id)}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972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onClick always receives a number id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Keyboard event e is inferred as React keyboard event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Generics: Reusable Type-Safe Helpers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One function works for arrays of any type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0A0F1F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515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const shuffle = &lt;T,&gt;(items: T[]): T[] =&gt;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const cloned = [...items];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// Fisher-Yates shuffle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return cloned;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972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From src/components/quiz/quizUtils.ts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T can be string, number, HistoricalFigure, etc.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Input and output stay the same item type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Optional Properties and Unions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Model values that may not exist yet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0A0F1F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515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export interface QuizFeedback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status: "correct" | "wrong";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message: string;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emoji?: string;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{feedback.emoji ? `${feedback.emoji} ` : ""}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440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emoji? means optional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UI safely checks before rendering optional value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Inference vs Explicit Types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Let TS infer when obvious, annotate when needed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Inference example: const selected = figures.find(...) ?? null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Explicit type helps readability: const filtered: HistoricalFigure[] = ...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Rule of thumb: annotate public APIs and complex state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Avoid over-typing every local variable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663440"/>
            <a:ext cx="10972800" cy="1280160"/>
          </a:xfrm>
          <a:prstGeom prst="roundRect">
            <a:avLst/>
          </a:prstGeom>
          <a:solidFill>
            <a:srgbClr val="11203F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4983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3D2DC"/>
                </a:solidFill>
              </a:rPr>
              <a:t>TypeScript is strongest when it represents your domain model and component boundaries.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JS to TS Migration Pattern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How this app gradually adds types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1) Define domain types first (Category, HistoricalFigure)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2) Type your data source (figures: HistoricalFigure[])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3) Type component props and callbacks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4) Type useState where null or unions are involved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5) Type event handlers and utility return values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577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4E38E"/>
                </a:solidFill>
              </a:rPr>
              <a:t>Small steps, immediate value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Common Beginner Errors (And Fixes)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Real mistakes from JavaScript to TypeScript transition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Error: assigning invalid category string -&gt; Fix: use Category union values only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Error: forgetting null checks -&gt; Fix: use guard clauses or optional chaining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Error: missing required prop -&gt; Fix: satisfy the interface contract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Error: using any too early -&gt; Fix: model domain with interfaces first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623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857"/>
                </a:solidFill>
              </a:rPr>
              <a:t>Tip: keep strict TypeScript settings 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Class Exercise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Apply TypeScript improvements to this app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Add a new Category and update all related unions/components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Create a reusable helper: getLifespan(figure: HistoricalFigure): number | null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Add a new optional field to HistoricalFigure and render it safely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Refactor one component and rely on type errors to guide fixes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Examples from the Historia Quest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3D2DC">
              <a:alpha val="80000"/>
            </a:srgbClr>
          </a:solidFill>
          <a:ln w="12700">
            <a:solidFill>
              <a:srgbClr val="53D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</a:rPr>
              <a:t>Wrap-Up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F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TypeScript does </a:t>
            </a:r>
            <a:r>
              <a:rPr lang="en-US" sz="2200">
                <a:solidFill>
                  <a:srgbClr val="DCE4FF"/>
                </a:solidFill>
              </a:rPr>
              <a:t>not replace </a:t>
            </a:r>
            <a:r>
              <a:rPr lang="en-US" sz="2200" dirty="0">
                <a:solidFill>
                  <a:srgbClr val="DCE4FF"/>
                </a:solidFill>
              </a:rPr>
              <a:t>React knowledge; it strengthens it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Start with types for data models, then props, then state/events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Use unions and interfaces to encode real app rules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DCE4FF"/>
                </a:solidFill>
              </a:rPr>
              <a:t>Trust compiler feedback as part of your development loop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3D2DC"/>
                </a:solidFill>
              </a:rPr>
              <a:t>Next: convert one JavaScript component to TypeScript this week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5A7D8"/>
                </a:solidFill>
              </a:rPr>
              <a:t>Deck generated from your app source files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1175</Words>
  <Application>Microsoft Office PowerPoint</Application>
  <PresentationFormat>Widescreen</PresentationFormat>
  <Paragraphs>171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Web Development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TypeScript with React - Historia Quest</dc:title>
  <dc:subject>TypeScript with React</dc:subject>
  <dc:creator>Historia Quest</dc:creator>
  <cp:lastModifiedBy>Konrad Kelly</cp:lastModifiedBy>
  <cp:revision>2</cp:revision>
  <dcterms:created xsi:type="dcterms:W3CDTF">2026-06-05T20:00:51Z</dcterms:created>
  <dcterms:modified xsi:type="dcterms:W3CDTF">2026-06-05T20:11:20Z</dcterms:modified>
</cp:coreProperties>
</file>